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hiba S" userId="7c60f821cfeac7cf" providerId="LiveId" clId="{35B4E992-8B8C-48CA-BC08-B49A0BA1C511}"/>
    <pc:docChg chg="modSld">
      <pc:chgData name="Prathiba S" userId="7c60f821cfeac7cf" providerId="LiveId" clId="{35B4E992-8B8C-48CA-BC08-B49A0BA1C511}" dt="2025-12-28T15:18:03.174" v="2" actId="255"/>
      <pc:docMkLst>
        <pc:docMk/>
      </pc:docMkLst>
      <pc:sldChg chg="modSp mod">
        <pc:chgData name="Prathiba S" userId="7c60f821cfeac7cf" providerId="LiveId" clId="{35B4E992-8B8C-48CA-BC08-B49A0BA1C511}" dt="2025-12-28T15:17:45.050" v="1" actId="255"/>
        <pc:sldMkLst>
          <pc:docMk/>
          <pc:sldMk cId="0" sldId="256"/>
        </pc:sldMkLst>
        <pc:spChg chg="mod">
          <ac:chgData name="Prathiba S" userId="7c60f821cfeac7cf" providerId="LiveId" clId="{35B4E992-8B8C-48CA-BC08-B49A0BA1C511}" dt="2025-12-28T15:17:45.050" v="1" actId="25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Prathiba S" userId="7c60f821cfeac7cf" providerId="LiveId" clId="{35B4E992-8B8C-48CA-BC08-B49A0BA1C511}" dt="2025-12-28T15:18:03.174" v="2" actId="255"/>
        <pc:sldMkLst>
          <pc:docMk/>
          <pc:sldMk cId="0" sldId="257"/>
        </pc:sldMkLst>
        <pc:spChg chg="mod">
          <ac:chgData name="Prathiba S" userId="7c60f821cfeac7cf" providerId="LiveId" clId="{35B4E992-8B8C-48CA-BC08-B49A0BA1C511}" dt="2025-12-28T15:18:03.174" v="2" actId="255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 Cafe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This Python program is a command-line based Cyber Cafe Management System.</a:t>
            </a:r>
          </a:p>
          <a:p>
            <a:endParaRPr sz="2000" dirty="0"/>
          </a:p>
          <a:p>
            <a:r>
              <a:rPr sz="2000" dirty="0"/>
              <a:t>It uses SQLite as a database to store session details such as:</a:t>
            </a:r>
          </a:p>
          <a:p>
            <a:r>
              <a:rPr sz="2000" dirty="0"/>
              <a:t>- Customer name</a:t>
            </a:r>
          </a:p>
          <a:p>
            <a:r>
              <a:rPr sz="2000" dirty="0"/>
              <a:t>- Computer number</a:t>
            </a:r>
          </a:p>
          <a:p>
            <a:r>
              <a:rPr sz="2000" dirty="0"/>
              <a:t>- Start and end time</a:t>
            </a:r>
          </a:p>
          <a:p>
            <a:r>
              <a:rPr sz="2000" dirty="0"/>
              <a:t>- Total minutes used</a:t>
            </a:r>
          </a:p>
          <a:p>
            <a:r>
              <a:rPr sz="2000" dirty="0"/>
              <a:t>- Amount charged</a:t>
            </a:r>
          </a:p>
          <a:p>
            <a:endParaRPr sz="2000" dirty="0"/>
          </a:p>
          <a:p>
            <a:r>
              <a:rPr sz="2000" dirty="0"/>
              <a:t>The Rich library is used to create a visually attractive terminal interface.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1. Start Session:</a:t>
            </a:r>
          </a:p>
          <a:p>
            <a:r>
              <a:rPr sz="2000" dirty="0"/>
              <a:t>   - Takes customer name and computer number</a:t>
            </a:r>
          </a:p>
          <a:p>
            <a:r>
              <a:rPr sz="2000" dirty="0"/>
              <a:t>   - Stores start time in the database</a:t>
            </a:r>
          </a:p>
          <a:p>
            <a:endParaRPr sz="2000" dirty="0"/>
          </a:p>
          <a:p>
            <a:r>
              <a:rPr sz="2000" dirty="0"/>
              <a:t>2. End Session:</a:t>
            </a:r>
          </a:p>
          <a:p>
            <a:r>
              <a:rPr sz="2000" dirty="0"/>
              <a:t>   - Calculates time used and billing amount</a:t>
            </a:r>
          </a:p>
          <a:p>
            <a:r>
              <a:rPr sz="2000" dirty="0"/>
              <a:t>   - Updates session details in the database</a:t>
            </a:r>
          </a:p>
          <a:p>
            <a:endParaRPr sz="2000" dirty="0"/>
          </a:p>
          <a:p>
            <a:r>
              <a:rPr sz="2000" dirty="0"/>
              <a:t>3. View Sessions:</a:t>
            </a:r>
          </a:p>
          <a:p>
            <a:r>
              <a:rPr sz="2000" dirty="0"/>
              <a:t>   - Displays all active and completed sessions in a table</a:t>
            </a:r>
          </a:p>
          <a:p>
            <a:endParaRPr sz="2000" dirty="0"/>
          </a:p>
          <a:p>
            <a:r>
              <a:rPr sz="2000" dirty="0"/>
              <a:t>Billing Rate: ₹2 per minute (minimum 1 minute)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</Words>
  <Application>Microsoft Office PowerPoint</Application>
  <PresentationFormat>On-screen Show (4:3)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Cyber Cafe Management System</vt:lpstr>
      <vt:lpstr>How the System Works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Prathiba S</cp:lastModifiedBy>
  <cp:revision>1</cp:revision>
  <dcterms:created xsi:type="dcterms:W3CDTF">2013-01-27T09:14:16Z</dcterms:created>
  <dcterms:modified xsi:type="dcterms:W3CDTF">2025-12-28T15:18:07Z</dcterms:modified>
  <cp:category/>
</cp:coreProperties>
</file>